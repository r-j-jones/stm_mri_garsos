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STM-GARSOS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From GAR-SOS radial data to STM spatial coefficients</a:t>
            </a:r>
          </a:p>
          <a:p>
            <a:pPr>
              <a:defRPr>
                <a:latin typeface="Aptos"/>
              </a:defRPr>
            </a:pPr>
            <a:r>
              <a:t>Concise overview of the historical stable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Objective and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Aptos"/>
              </a:defRPr>
            </a:pPr>
            <a:r>
              <a:t>Represent each dynamic image as X_t(x,y)=\sum_{\ell=1}^{L} {\rm ST}_{t,\ell}(x,y) C_\ell(x,y).</a:t>
            </a:r>
          </a:p>
          <a:p>
            <a:pPr>
              <a:defRPr sz="2100">
                <a:latin typeface="Aptos"/>
              </a:defRPr>
            </a:pPr>
            <a:r>
              <a:t>Estimate L spatial coefficient images from multicoil radial data.</a:t>
            </a:r>
          </a:p>
          <a:p>
            <a:pPr>
              <a:defRPr sz="2100">
                <a:latin typeface="Aptos"/>
              </a:defRPr>
            </a:pPr>
            <a:r>
              <a:t>Synthesize the complete dynamic image series after the coefficient solve.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Raw-data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Load GAR-SOS metadata, raw k-space, and a vendor-reconstructed reference volume.</a:t>
            </a:r>
          </a:p>
          <a:p>
            <a:pPr>
              <a:defRPr sz="1800">
                <a:latin typeface="Aptos"/>
              </a:defRPr>
            </a:pPr>
            <a:r>
              <a:t>Correct readout delay and prepare partition data.</a:t>
            </a:r>
          </a:p>
          <a:p>
            <a:pPr>
              <a:defRPr sz="1800">
                <a:latin typeface="Aptos"/>
              </a:defRPr>
            </a:pPr>
            <a:r>
              <a:t>Estimate/apply coil-noise whitening.</a:t>
            </a:r>
          </a:p>
          <a:p>
            <a:pPr>
              <a:defRPr sz="1800">
                <a:latin typeface="Aptos"/>
              </a:defRPr>
            </a:pPr>
            <a:r>
              <a:t>Generate normalized [kx, ky, kz] trajectory coordinates.</a:t>
            </a:r>
          </a:p>
          <a:p>
            <a:pPr>
              <a:defRPr sz="1800">
                <a:latin typeface="Aptos"/>
              </a:defRPr>
            </a:pPr>
            <a:r>
              <a:t>Compute radial density-compensation weights.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Frame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Aptos"/>
              </a:defRPr>
            </a:pPr>
            <a:r>
              <a:t>Flattened arrays retain one row per readout/partition/spoke sample.</a:t>
            </a:r>
          </a:p>
          <a:p>
            <a:pPr>
              <a:defRPr sz="2100">
                <a:latin typeface="Aptos"/>
              </a:defRPr>
            </a:pPr>
            <a:r>
              <a:t>Spokes are grouped consecutively into temporal frames.</a:t>
            </a:r>
          </a:p>
          <a:p>
            <a:pPr>
              <a:defRPr sz="2100">
                <a:latin typeface="Aptos"/>
              </a:defRPr>
            </a:pPr>
            <a:r>
              <a:t>Historical baseline: 15 spokes per frame and approximately 133 complete frames.</a:t>
            </a:r>
          </a:p>
          <a:p>
            <a:pPr>
              <a:defRPr sz="2100">
                <a:latin typeface="Aptos"/>
              </a:defRPr>
            </a:pPr>
            <a:r>
              <a:t>Incomplete trailing spokes are discarded.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Calibration-data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Each frame is reconstructed with 3-D Kaiser-Bessel gridding.</a:t>
            </a:r>
          </a:p>
          <a:p>
            <a:pPr>
              <a:defRPr sz="1800">
                <a:latin typeface="Aptos"/>
              </a:defRPr>
            </a:pPr>
            <a:r>
              <a:t>Oversampled grid: approximately 308 x 308 x 132.</a:t>
            </a:r>
          </a:p>
          <a:p>
            <a:pPr>
              <a:defRPr sz="1800">
                <a:latin typeface="Aptos"/>
              </a:defRPr>
            </a:pPr>
            <a:r>
              <a:t>3-D inverse FFT and centered resize produce a 224 x 224 x 96 volume.</a:t>
            </a:r>
          </a:p>
          <a:p>
            <a:pPr>
              <a:defRPr sz="1800">
                <a:latin typeface="Aptos"/>
              </a:defRPr>
            </a:pPr>
            <a:r>
              <a:t>A selected z slice is transformed to 2-D Cartesian k-space.</a:t>
            </a:r>
          </a:p>
          <a:p>
            <a:pPr>
              <a:defRPr sz="1800">
                <a:latin typeface="Aptos"/>
              </a:defRPr>
            </a:pPr>
            <a:r>
              <a:t>A central 32 x 32 calibration square is extracted.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STM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Aptos"/>
              </a:defRPr>
            </a:pPr>
            <a:r>
              <a:t>k_{\rm Cal} is supplied to \texttt{STM\_computation}.</a:t>
            </a:r>
          </a:p>
          <a:p>
            <a:pPr>
              <a:defRPr sz="2100">
                <a:latin typeface="Aptos"/>
              </a:defRPr>
            </a:pPr>
            <a:r>
              <a:t>The calibration data span the temporal frames.</a:t>
            </a:r>
          </a:p>
          <a:p>
            <a:pPr>
              <a:defRPr sz="2100">
                <a:latin typeface="Aptos"/>
              </a:defRPr>
            </a:pPr>
            <a:r>
              <a:t>The STM algorithm estimates ST maps and eigenvalues.</a:t>
            </a:r>
          </a:p>
          <a:p>
            <a:pPr>
              <a:defRPr sz="2100">
                <a:latin typeface="Aptos"/>
              </a:defRPr>
            </a:pPr>
            <a:r>
              <a:t>Historical baseline: L = 7 and 224 x 224 spatial map dimensions.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Radial STM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Aptos"/>
              </a:defRPr>
            </a:pPr>
            <a:r>
              <a:t>The historical baseline used a direct centered 58-point partition IFFT.</a:t>
            </a:r>
          </a:p>
          <a:p>
            <a:pPr>
              <a:defRPr sz="2100">
                <a:latin typeface="Aptos"/>
              </a:defRPr>
            </a:pPr>
            <a:r>
              <a:t>One z index is selected and the coil dimension is preserved.</a:t>
            </a:r>
          </a:p>
          <a:p>
            <a:pPr>
              <a:defRPr sz="2100">
                <a:latin typeface="Aptos"/>
              </a:defRPr>
            </a:pPr>
            <a:r>
              <a:t>Output radial data: [readout x spokes/frame x coils x frames].</a:t>
            </a:r>
          </a:p>
          <a:p>
            <a:pPr>
              <a:defRPr sz="2100">
                <a:latin typeface="Aptos"/>
              </a:defRPr>
            </a:pPr>
            <a:r>
              <a:t>In-plane kx/ky coordinates are retained for the NUFFT.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Multicoil radial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Aptos"/>
              </a:defRPr>
            </a:pPr>
            <a:r>
              <a:t>Forward: d_c={\cal N}_{\rm radial}(S_c \odot X).</a:t>
            </a:r>
          </a:p>
          <a:p>
            <a:pPr>
              <a:defRPr sz="2100">
                <a:latin typeface="Aptos"/>
              </a:defRPr>
            </a:pPr>
            <a:r>
              <a:t>Adjoint: {\cal F}^H(d)=\sum_c S_c^* \odot {\cal N}_{\rm radial}^H(d_c).</a:t>
            </a:r>
          </a:p>
          <a:p>
            <a:pPr>
              <a:defRPr sz="2100">
                <a:latin typeface="Aptos"/>
              </a:defRPr>
            </a:pPr>
            <a:r>
              <a:t>Sensitivity maps are forward receive-coil maps.</a:t>
            </a:r>
          </a:p>
          <a:p>
            <a:pPr>
              <a:defRPr sz="2100">
                <a:latin typeface="Aptos"/>
              </a:defRPr>
            </a:pPr>
            <a:r>
              <a:t>Coils remain separate in the data fidelity term.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STM operator and PCG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Aptos"/>
              </a:defRPr>
            </a:pPr>
            <a:r>
              <a:t>STM synthesis maps coefficients C to dynamic images X.</a:t>
            </a:r>
          </a:p>
          <a:p>
            <a:pPr>
              <a:defRPr sz="2100">
                <a:latin typeface="Aptos"/>
              </a:defRPr>
            </a:pPr>
            <a:r>
              <a:t>The radial operator maps X to predicted multicoil radial data.</a:t>
            </a:r>
          </a:p>
          <a:p>
            <a:pPr>
              <a:defRPr sz="2100">
                <a:latin typeface="Aptos"/>
              </a:defRPr>
            </a:pPr>
            <a:r>
              <a:t>Solve ({\cal A}^H{\cal A})C={\cal A}^H y with PCG.</a:t>
            </a:r>
          </a:p>
          <a:p>
            <a:pPr>
              <a:defRPr sz="2100">
                <a:latin typeface="Aptos"/>
              </a:defRPr>
            </a:pPr>
            <a:r>
              <a:t>Optional Tikhonov solve adds lambda 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Output and historical caveats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Aptos"/>
              </a:defRPr>
            </a:pPr>
            <a:r>
              <a:t>Output: coefficient images plus synthesized [224 x 224 x frames] image series.</a:t>
            </a:r>
          </a:p>
          <a:p>
            <a:pPr>
              <a:defRPr sz="2100">
                <a:latin typeface="Aptos"/>
              </a:defRPr>
            </a:pPr>
            <a:r>
              <a:t>The initial baseline used the direct 58-point z/partition IFFT.</a:t>
            </a:r>
          </a:p>
          <a:p>
            <a:pPr>
              <a:defRPr sz="2100">
                <a:latin typeface="Aptos"/>
              </a:defRPr>
            </a:pPr>
            <a:r>
              <a:t>Later work addresses forward-map estimation, z-grid consistency, scaling, and conditioning.</a:t>
            </a:r>
          </a:p>
          <a:p>
            <a:pPr>
              <a:defRPr sz="2100">
                <a:latin typeface="Aptos"/>
              </a:defRPr>
            </a:pPr>
            <a:r>
              <a:t>The slides describe the original stable path, not all later corrections.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